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7" r:id="rId2"/>
    <p:sldId id="258" r:id="rId3"/>
    <p:sldId id="265" r:id="rId4"/>
    <p:sldId id="266" r:id="rId5"/>
    <p:sldId id="261" r:id="rId6"/>
    <p:sldId id="268" r:id="rId7"/>
    <p:sldId id="259" r:id="rId8"/>
    <p:sldId id="269" r:id="rId9"/>
    <p:sldId id="260" r:id="rId10"/>
    <p:sldId id="270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4D56B7-21D2-4508-A27F-89B8BADF4152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FB5356C-74D4-4F27-AA50-42DE916FD6C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Attack Point:</a:t>
          </a:r>
          <a:endParaRPr lang="en-US"/>
        </a:p>
      </dgm:t>
    </dgm:pt>
    <dgm:pt modelId="{2E201EAC-46CB-4DF0-9002-D2E04BB1D209}" type="parTrans" cxnId="{173E185D-D057-477D-A24C-3E4F3586C6EF}">
      <dgm:prSet/>
      <dgm:spPr/>
      <dgm:t>
        <a:bodyPr/>
        <a:lstStyle/>
        <a:p>
          <a:endParaRPr lang="en-US"/>
        </a:p>
      </dgm:t>
    </dgm:pt>
    <dgm:pt modelId="{66F29CF4-28DD-4248-B585-31242915D40A}" type="sibTrans" cxnId="{173E185D-D057-477D-A24C-3E4F3586C6EF}">
      <dgm:prSet/>
      <dgm:spPr/>
      <dgm:t>
        <a:bodyPr/>
        <a:lstStyle/>
        <a:p>
          <a:endParaRPr lang="en-US"/>
        </a:p>
      </dgm:t>
    </dgm:pt>
    <dgm:pt modelId="{329A7DDC-BABF-40FE-B2FB-FC7D89288DF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All the input fields in the web application and the Malicious urls.</a:t>
          </a:r>
          <a:endParaRPr lang="en-US"/>
        </a:p>
      </dgm:t>
    </dgm:pt>
    <dgm:pt modelId="{9C4BCD93-360F-40FC-A269-EFF2A4A8DDF4}" type="parTrans" cxnId="{AF8753AB-83A6-4B36-A48C-E58694912952}">
      <dgm:prSet/>
      <dgm:spPr/>
      <dgm:t>
        <a:bodyPr/>
        <a:lstStyle/>
        <a:p>
          <a:endParaRPr lang="en-US"/>
        </a:p>
      </dgm:t>
    </dgm:pt>
    <dgm:pt modelId="{547DBC6F-FD59-47BF-A18B-19F40845C206}" type="sibTrans" cxnId="{AF8753AB-83A6-4B36-A48C-E58694912952}">
      <dgm:prSet/>
      <dgm:spPr/>
      <dgm:t>
        <a:bodyPr/>
        <a:lstStyle/>
        <a:p>
          <a:endParaRPr lang="en-US"/>
        </a:p>
      </dgm:t>
    </dgm:pt>
    <dgm:pt modelId="{BBACED92-D06B-48D2-B9E2-09BF628C792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Severity Level: </a:t>
          </a:r>
          <a:endParaRPr lang="en-US"/>
        </a:p>
      </dgm:t>
    </dgm:pt>
    <dgm:pt modelId="{B5CDF8E7-64E6-4C82-8E8B-B4FFCE363536}" type="parTrans" cxnId="{EE946E83-BDBF-4C69-97A4-BA96239B23F1}">
      <dgm:prSet/>
      <dgm:spPr/>
      <dgm:t>
        <a:bodyPr/>
        <a:lstStyle/>
        <a:p>
          <a:endParaRPr lang="en-US"/>
        </a:p>
      </dgm:t>
    </dgm:pt>
    <dgm:pt modelId="{E36D9A7A-0EA1-4E59-A01B-B52528525FCA}" type="sibTrans" cxnId="{EE946E83-BDBF-4C69-97A4-BA96239B23F1}">
      <dgm:prSet/>
      <dgm:spPr/>
      <dgm:t>
        <a:bodyPr/>
        <a:lstStyle/>
        <a:p>
          <a:endParaRPr lang="en-US"/>
        </a:p>
      </dgm:t>
    </dgm:pt>
    <dgm:pt modelId="{BCF0CCCA-36F1-4F8B-ADAD-4CC73A0AA5A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Critical</a:t>
          </a:r>
          <a:endParaRPr lang="en-US" dirty="0"/>
        </a:p>
      </dgm:t>
    </dgm:pt>
    <dgm:pt modelId="{33946E81-03A4-488B-A4B4-833E2E8355BC}" type="parTrans" cxnId="{DB5CE2F0-629E-4800-98D6-5BCE38D03AE5}">
      <dgm:prSet/>
      <dgm:spPr/>
      <dgm:t>
        <a:bodyPr/>
        <a:lstStyle/>
        <a:p>
          <a:endParaRPr lang="en-US"/>
        </a:p>
      </dgm:t>
    </dgm:pt>
    <dgm:pt modelId="{C9F2E20F-F1EB-4B91-BB34-F49852F4DA7B}" type="sibTrans" cxnId="{DB5CE2F0-629E-4800-98D6-5BCE38D03AE5}">
      <dgm:prSet/>
      <dgm:spPr/>
      <dgm:t>
        <a:bodyPr/>
        <a:lstStyle/>
        <a:p>
          <a:endParaRPr lang="en-US"/>
        </a:p>
      </dgm:t>
    </dgm:pt>
    <dgm:pt modelId="{E579AE67-C006-43B8-B47C-CB58C8EBE4C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Attack Techniques:</a:t>
          </a:r>
          <a:endParaRPr lang="en-US"/>
        </a:p>
      </dgm:t>
    </dgm:pt>
    <dgm:pt modelId="{F8044B4C-412C-4C75-8FE1-597CE0A8B972}" type="parTrans" cxnId="{8F1D89CB-DCD8-4639-B1B2-523A77F2CBBF}">
      <dgm:prSet/>
      <dgm:spPr/>
      <dgm:t>
        <a:bodyPr/>
        <a:lstStyle/>
        <a:p>
          <a:endParaRPr lang="en-US"/>
        </a:p>
      </dgm:t>
    </dgm:pt>
    <dgm:pt modelId="{B797DC94-2BBB-4D53-9647-A82A19372CB7}" type="sibTrans" cxnId="{8F1D89CB-DCD8-4639-B1B2-523A77F2CBBF}">
      <dgm:prSet/>
      <dgm:spPr/>
      <dgm:t>
        <a:bodyPr/>
        <a:lstStyle/>
        <a:p>
          <a:endParaRPr lang="en-US"/>
        </a:p>
      </dgm:t>
    </dgm:pt>
    <dgm:pt modelId="{0429DAE0-6269-4524-A130-5E6DB4938DA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Inject malicious java script code to steal cookie or create a malicious link and send it to attacker.</a:t>
          </a:r>
          <a:endParaRPr lang="en-US" dirty="0"/>
        </a:p>
      </dgm:t>
    </dgm:pt>
    <dgm:pt modelId="{F3866025-35BC-4735-974A-A2D51B8A8B6E}" type="parTrans" cxnId="{A3F7C35E-6B60-402C-B225-AA71465A115C}">
      <dgm:prSet/>
      <dgm:spPr/>
      <dgm:t>
        <a:bodyPr/>
        <a:lstStyle/>
        <a:p>
          <a:endParaRPr lang="en-US"/>
        </a:p>
      </dgm:t>
    </dgm:pt>
    <dgm:pt modelId="{919CA27B-B62A-4779-9165-965D8E5002B4}" type="sibTrans" cxnId="{A3F7C35E-6B60-402C-B225-AA71465A115C}">
      <dgm:prSet/>
      <dgm:spPr/>
      <dgm:t>
        <a:bodyPr/>
        <a:lstStyle/>
        <a:p>
          <a:endParaRPr lang="en-US"/>
        </a:p>
      </dgm:t>
    </dgm:pt>
    <dgm:pt modelId="{F0B3459D-B47D-4EB5-8CF8-99051434D40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Eg: &lt;script&gt;alert(document.cookie)&lt;/script&gt;</a:t>
          </a:r>
          <a:endParaRPr lang="en-US"/>
        </a:p>
      </dgm:t>
    </dgm:pt>
    <dgm:pt modelId="{6631C50B-EBFC-46D2-9580-DE85558B8725}" type="parTrans" cxnId="{17660AD8-830F-487D-8CE1-53A9E8C6E367}">
      <dgm:prSet/>
      <dgm:spPr/>
      <dgm:t>
        <a:bodyPr/>
        <a:lstStyle/>
        <a:p>
          <a:endParaRPr lang="en-US"/>
        </a:p>
      </dgm:t>
    </dgm:pt>
    <dgm:pt modelId="{945CF28E-0D62-40E1-BCE2-F25859E0EE14}" type="sibTrans" cxnId="{17660AD8-830F-487D-8CE1-53A9E8C6E367}">
      <dgm:prSet/>
      <dgm:spPr/>
      <dgm:t>
        <a:bodyPr/>
        <a:lstStyle/>
        <a:p>
          <a:endParaRPr lang="en-US"/>
        </a:p>
      </dgm:t>
    </dgm:pt>
    <dgm:pt modelId="{71D185BB-78DC-43DD-BAAF-42B4347C59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Main Remediation: </a:t>
          </a:r>
          <a:r>
            <a:rPr lang="en-IN" dirty="0"/>
            <a:t>Input validation or sanitization and security headers </a:t>
          </a:r>
          <a:endParaRPr lang="en-US" dirty="0"/>
        </a:p>
      </dgm:t>
    </dgm:pt>
    <dgm:pt modelId="{5FE305CF-23B2-4CAB-A382-829EB8AF5B03}" type="parTrans" cxnId="{483B5034-9B9D-4603-A81D-813D4C6F64EE}">
      <dgm:prSet/>
      <dgm:spPr/>
      <dgm:t>
        <a:bodyPr/>
        <a:lstStyle/>
        <a:p>
          <a:endParaRPr lang="en-US"/>
        </a:p>
      </dgm:t>
    </dgm:pt>
    <dgm:pt modelId="{6068E423-6543-46FC-B7E1-1EF2ACBCFD66}" type="sibTrans" cxnId="{483B5034-9B9D-4603-A81D-813D4C6F64EE}">
      <dgm:prSet/>
      <dgm:spPr/>
      <dgm:t>
        <a:bodyPr/>
        <a:lstStyle/>
        <a:p>
          <a:endParaRPr lang="en-US"/>
        </a:p>
      </dgm:t>
    </dgm:pt>
    <dgm:pt modelId="{73CA8EB7-2F45-4BC2-A3A4-4F7CBDA870F7}" type="pres">
      <dgm:prSet presAssocID="{574D56B7-21D2-4508-A27F-89B8BADF4152}" presName="vert0" presStyleCnt="0">
        <dgm:presLayoutVars>
          <dgm:dir/>
          <dgm:animOne val="branch"/>
          <dgm:animLvl val="lvl"/>
        </dgm:presLayoutVars>
      </dgm:prSet>
      <dgm:spPr/>
    </dgm:pt>
    <dgm:pt modelId="{D0E74387-1F56-439B-9DF8-95F64204780A}" type="pres">
      <dgm:prSet presAssocID="{6FB5356C-74D4-4F27-AA50-42DE916FD6C9}" presName="thickLine" presStyleLbl="alignNode1" presStyleIdx="0" presStyleCnt="8" custLinFactNeighborY="69571"/>
      <dgm:spPr>
        <a:ln>
          <a:solidFill>
            <a:schemeClr val="bg1"/>
          </a:solidFill>
        </a:ln>
      </dgm:spPr>
    </dgm:pt>
    <dgm:pt modelId="{584BA99C-32F0-4820-9E74-04E90FE18B85}" type="pres">
      <dgm:prSet presAssocID="{6FB5356C-74D4-4F27-AA50-42DE916FD6C9}" presName="horz1" presStyleCnt="0"/>
      <dgm:spPr/>
    </dgm:pt>
    <dgm:pt modelId="{DE506774-8950-4BE6-8700-D7F67777FF61}" type="pres">
      <dgm:prSet presAssocID="{6FB5356C-74D4-4F27-AA50-42DE916FD6C9}" presName="tx1" presStyleLbl="revTx" presStyleIdx="0" presStyleCnt="8"/>
      <dgm:spPr/>
    </dgm:pt>
    <dgm:pt modelId="{B85EF3B4-59D5-4B89-B505-167E750D1BE3}" type="pres">
      <dgm:prSet presAssocID="{6FB5356C-74D4-4F27-AA50-42DE916FD6C9}" presName="vert1" presStyleCnt="0"/>
      <dgm:spPr/>
    </dgm:pt>
    <dgm:pt modelId="{C5609190-EA77-42FA-B4F8-04EFD4EEC275}" type="pres">
      <dgm:prSet presAssocID="{329A7DDC-BABF-40FE-B2FB-FC7D89288DF3}" presName="thickLine" presStyleLbl="alignNode1" presStyleIdx="1" presStyleCnt="8" custLinFactNeighborX="532" custLinFactNeighborY="-38068"/>
      <dgm:spPr/>
    </dgm:pt>
    <dgm:pt modelId="{D9CBBA0A-0550-421A-B01D-536B3149B259}" type="pres">
      <dgm:prSet presAssocID="{329A7DDC-BABF-40FE-B2FB-FC7D89288DF3}" presName="horz1" presStyleCnt="0"/>
      <dgm:spPr/>
    </dgm:pt>
    <dgm:pt modelId="{9F217F82-A94F-40CD-BCC4-E3A5080FEFD3}" type="pres">
      <dgm:prSet presAssocID="{329A7DDC-BABF-40FE-B2FB-FC7D89288DF3}" presName="tx1" presStyleLbl="revTx" presStyleIdx="1" presStyleCnt="8"/>
      <dgm:spPr/>
    </dgm:pt>
    <dgm:pt modelId="{FC3E93DA-47DD-405E-ADFF-F617AD1CB696}" type="pres">
      <dgm:prSet presAssocID="{329A7DDC-BABF-40FE-B2FB-FC7D89288DF3}" presName="vert1" presStyleCnt="0"/>
      <dgm:spPr/>
    </dgm:pt>
    <dgm:pt modelId="{7917ACBD-6B5B-4910-83F6-92BD2D19BF84}" type="pres">
      <dgm:prSet presAssocID="{BBACED92-D06B-48D2-B9E2-09BF628C792E}" presName="thickLine" presStyleLbl="alignNode1" presStyleIdx="2" presStyleCnt="8"/>
      <dgm:spPr/>
    </dgm:pt>
    <dgm:pt modelId="{38CEE376-B335-491C-B472-A8F39F50BD8A}" type="pres">
      <dgm:prSet presAssocID="{BBACED92-D06B-48D2-B9E2-09BF628C792E}" presName="horz1" presStyleCnt="0"/>
      <dgm:spPr/>
    </dgm:pt>
    <dgm:pt modelId="{52E45597-E56D-4E74-8829-A185DC7C1685}" type="pres">
      <dgm:prSet presAssocID="{BBACED92-D06B-48D2-B9E2-09BF628C792E}" presName="tx1" presStyleLbl="revTx" presStyleIdx="2" presStyleCnt="8"/>
      <dgm:spPr/>
    </dgm:pt>
    <dgm:pt modelId="{C072E18B-28D3-446B-8EC1-E04000810CB3}" type="pres">
      <dgm:prSet presAssocID="{BBACED92-D06B-48D2-B9E2-09BF628C792E}" presName="vert1" presStyleCnt="0"/>
      <dgm:spPr/>
    </dgm:pt>
    <dgm:pt modelId="{9070C05C-C82E-4922-8093-0A1970A38E20}" type="pres">
      <dgm:prSet presAssocID="{BCF0CCCA-36F1-4F8B-ADAD-4CC73A0AA5AD}" presName="thickLine" presStyleLbl="alignNode1" presStyleIdx="3" presStyleCnt="8" custLinFactNeighborX="319" custLinFactNeighborY="-27361"/>
      <dgm:spPr/>
    </dgm:pt>
    <dgm:pt modelId="{8E2A2DC0-9BD7-47E1-B1D5-CF0D7DB4351C}" type="pres">
      <dgm:prSet presAssocID="{BCF0CCCA-36F1-4F8B-ADAD-4CC73A0AA5AD}" presName="horz1" presStyleCnt="0"/>
      <dgm:spPr/>
    </dgm:pt>
    <dgm:pt modelId="{E8F21616-A98E-4EF5-973D-A044E04FA708}" type="pres">
      <dgm:prSet presAssocID="{BCF0CCCA-36F1-4F8B-ADAD-4CC73A0AA5AD}" presName="tx1" presStyleLbl="revTx" presStyleIdx="3" presStyleCnt="8" custLinFactNeighborX="-531" custLinFactNeighborY="-2379"/>
      <dgm:spPr/>
    </dgm:pt>
    <dgm:pt modelId="{9D8E21CE-D2AD-4FCA-B920-BEAC434F7C98}" type="pres">
      <dgm:prSet presAssocID="{BCF0CCCA-36F1-4F8B-ADAD-4CC73A0AA5AD}" presName="vert1" presStyleCnt="0"/>
      <dgm:spPr/>
    </dgm:pt>
    <dgm:pt modelId="{E7F05971-16DF-4237-B72D-55C3C7212428}" type="pres">
      <dgm:prSet presAssocID="{E579AE67-C006-43B8-B47C-CB58C8EBE4C2}" presName="thickLine" presStyleLbl="alignNode1" presStyleIdx="4" presStyleCnt="8"/>
      <dgm:spPr/>
    </dgm:pt>
    <dgm:pt modelId="{A83137F6-9231-439E-861E-37787EDF4036}" type="pres">
      <dgm:prSet presAssocID="{E579AE67-C006-43B8-B47C-CB58C8EBE4C2}" presName="horz1" presStyleCnt="0"/>
      <dgm:spPr/>
    </dgm:pt>
    <dgm:pt modelId="{F23EBBF5-5279-415F-9AB9-C81AB8240274}" type="pres">
      <dgm:prSet presAssocID="{E579AE67-C006-43B8-B47C-CB58C8EBE4C2}" presName="tx1" presStyleLbl="revTx" presStyleIdx="4" presStyleCnt="8"/>
      <dgm:spPr/>
    </dgm:pt>
    <dgm:pt modelId="{7A099755-E519-47C1-BF3D-3FAB02E4C717}" type="pres">
      <dgm:prSet presAssocID="{E579AE67-C006-43B8-B47C-CB58C8EBE4C2}" presName="vert1" presStyleCnt="0"/>
      <dgm:spPr/>
    </dgm:pt>
    <dgm:pt modelId="{0D739358-0B95-47EF-BDF1-68E471481E90}" type="pres">
      <dgm:prSet presAssocID="{0429DAE0-6269-4524-A130-5E6DB4938DA9}" presName="thickLine" presStyleLbl="alignNode1" presStyleIdx="5" presStyleCnt="8" custLinFactNeighborX="111" custLinFactNeighborY="-43573"/>
      <dgm:spPr/>
    </dgm:pt>
    <dgm:pt modelId="{204D74B8-DB88-42D8-AD4C-4ED478B02515}" type="pres">
      <dgm:prSet presAssocID="{0429DAE0-6269-4524-A130-5E6DB4938DA9}" presName="horz1" presStyleCnt="0"/>
      <dgm:spPr/>
    </dgm:pt>
    <dgm:pt modelId="{51B8FFA9-83D5-4F78-BE02-63220D25AF1B}" type="pres">
      <dgm:prSet presAssocID="{0429DAE0-6269-4524-A130-5E6DB4938DA9}" presName="tx1" presStyleLbl="revTx" presStyleIdx="5" presStyleCnt="8"/>
      <dgm:spPr/>
    </dgm:pt>
    <dgm:pt modelId="{3082DCC8-3F3D-47AE-B0B7-CA37ACF563E2}" type="pres">
      <dgm:prSet presAssocID="{0429DAE0-6269-4524-A130-5E6DB4938DA9}" presName="vert1" presStyleCnt="0"/>
      <dgm:spPr/>
    </dgm:pt>
    <dgm:pt modelId="{021627FC-6850-4410-9025-9AA5684B072E}" type="pres">
      <dgm:prSet presAssocID="{F0B3459D-B47D-4EB5-8CF8-99051434D407}" presName="thickLine" presStyleLbl="alignNode1" presStyleIdx="6" presStyleCnt="8"/>
      <dgm:spPr/>
    </dgm:pt>
    <dgm:pt modelId="{F5CD98BF-E041-4898-BEAC-D95A3A1A3083}" type="pres">
      <dgm:prSet presAssocID="{F0B3459D-B47D-4EB5-8CF8-99051434D407}" presName="horz1" presStyleCnt="0"/>
      <dgm:spPr/>
    </dgm:pt>
    <dgm:pt modelId="{992DB2CC-90C9-4881-8DC8-4658047D5D85}" type="pres">
      <dgm:prSet presAssocID="{F0B3459D-B47D-4EB5-8CF8-99051434D407}" presName="tx1" presStyleLbl="revTx" presStyleIdx="6" presStyleCnt="8"/>
      <dgm:spPr/>
    </dgm:pt>
    <dgm:pt modelId="{5AAFEF87-EDE0-403A-A05B-B33BCA41C39B}" type="pres">
      <dgm:prSet presAssocID="{F0B3459D-B47D-4EB5-8CF8-99051434D407}" presName="vert1" presStyleCnt="0"/>
      <dgm:spPr/>
    </dgm:pt>
    <dgm:pt modelId="{C9A46623-C185-4A65-8DA3-5C5A606447C3}" type="pres">
      <dgm:prSet presAssocID="{71D185BB-78DC-43DD-BAAF-42B4347C59A0}" presName="thickLine" presStyleLbl="alignNode1" presStyleIdx="7" presStyleCnt="8"/>
      <dgm:spPr/>
    </dgm:pt>
    <dgm:pt modelId="{630E8914-2FCB-438E-9C88-39173FEFCA40}" type="pres">
      <dgm:prSet presAssocID="{71D185BB-78DC-43DD-BAAF-42B4347C59A0}" presName="horz1" presStyleCnt="0"/>
      <dgm:spPr/>
    </dgm:pt>
    <dgm:pt modelId="{C5921C0B-60DC-4527-BCF7-C234A2ED55F6}" type="pres">
      <dgm:prSet presAssocID="{71D185BB-78DC-43DD-BAAF-42B4347C59A0}" presName="tx1" presStyleLbl="revTx" presStyleIdx="7" presStyleCnt="8"/>
      <dgm:spPr/>
    </dgm:pt>
    <dgm:pt modelId="{4DAD10E6-E1C4-4AAB-B7A1-647BEE1422CE}" type="pres">
      <dgm:prSet presAssocID="{71D185BB-78DC-43DD-BAAF-42B4347C59A0}" presName="vert1" presStyleCnt="0"/>
      <dgm:spPr/>
    </dgm:pt>
  </dgm:ptLst>
  <dgm:cxnLst>
    <dgm:cxn modelId="{483B5034-9B9D-4603-A81D-813D4C6F64EE}" srcId="{574D56B7-21D2-4508-A27F-89B8BADF4152}" destId="{71D185BB-78DC-43DD-BAAF-42B4347C59A0}" srcOrd="7" destOrd="0" parTransId="{5FE305CF-23B2-4CAB-A382-829EB8AF5B03}" sibTransId="{6068E423-6543-46FC-B7E1-1EF2ACBCFD66}"/>
    <dgm:cxn modelId="{1B42ED37-2359-46D4-812C-300D668F03E8}" type="presOf" srcId="{71D185BB-78DC-43DD-BAAF-42B4347C59A0}" destId="{C5921C0B-60DC-4527-BCF7-C234A2ED55F6}" srcOrd="0" destOrd="0" presId="urn:microsoft.com/office/officeart/2008/layout/LinedList"/>
    <dgm:cxn modelId="{173E185D-D057-477D-A24C-3E4F3586C6EF}" srcId="{574D56B7-21D2-4508-A27F-89B8BADF4152}" destId="{6FB5356C-74D4-4F27-AA50-42DE916FD6C9}" srcOrd="0" destOrd="0" parTransId="{2E201EAC-46CB-4DF0-9002-D2E04BB1D209}" sibTransId="{66F29CF4-28DD-4248-B585-31242915D40A}"/>
    <dgm:cxn modelId="{A3F7C35E-6B60-402C-B225-AA71465A115C}" srcId="{574D56B7-21D2-4508-A27F-89B8BADF4152}" destId="{0429DAE0-6269-4524-A130-5E6DB4938DA9}" srcOrd="5" destOrd="0" parTransId="{F3866025-35BC-4735-974A-A2D51B8A8B6E}" sibTransId="{919CA27B-B62A-4779-9165-965D8E5002B4}"/>
    <dgm:cxn modelId="{CBD9145F-BCBC-4913-9AAA-295C01BE1D86}" type="presOf" srcId="{6FB5356C-74D4-4F27-AA50-42DE916FD6C9}" destId="{DE506774-8950-4BE6-8700-D7F67777FF61}" srcOrd="0" destOrd="0" presId="urn:microsoft.com/office/officeart/2008/layout/LinedList"/>
    <dgm:cxn modelId="{AF3A5044-8B7C-4186-830B-9AFD32F46DB2}" type="presOf" srcId="{BBACED92-D06B-48D2-B9E2-09BF628C792E}" destId="{52E45597-E56D-4E74-8829-A185DC7C1685}" srcOrd="0" destOrd="0" presId="urn:microsoft.com/office/officeart/2008/layout/LinedList"/>
    <dgm:cxn modelId="{12B8C86D-4635-48BD-BDFB-5BD2461942F0}" type="presOf" srcId="{329A7DDC-BABF-40FE-B2FB-FC7D89288DF3}" destId="{9F217F82-A94F-40CD-BCC4-E3A5080FEFD3}" srcOrd="0" destOrd="0" presId="urn:microsoft.com/office/officeart/2008/layout/LinedList"/>
    <dgm:cxn modelId="{C9A3946E-95B9-4407-B20A-4443493A1AF8}" type="presOf" srcId="{E579AE67-C006-43B8-B47C-CB58C8EBE4C2}" destId="{F23EBBF5-5279-415F-9AB9-C81AB8240274}" srcOrd="0" destOrd="0" presId="urn:microsoft.com/office/officeart/2008/layout/LinedList"/>
    <dgm:cxn modelId="{EE946E83-BDBF-4C69-97A4-BA96239B23F1}" srcId="{574D56B7-21D2-4508-A27F-89B8BADF4152}" destId="{BBACED92-D06B-48D2-B9E2-09BF628C792E}" srcOrd="2" destOrd="0" parTransId="{B5CDF8E7-64E6-4C82-8E8B-B4FFCE363536}" sibTransId="{E36D9A7A-0EA1-4E59-A01B-B52528525FCA}"/>
    <dgm:cxn modelId="{AF8753AB-83A6-4B36-A48C-E58694912952}" srcId="{574D56B7-21D2-4508-A27F-89B8BADF4152}" destId="{329A7DDC-BABF-40FE-B2FB-FC7D89288DF3}" srcOrd="1" destOrd="0" parTransId="{9C4BCD93-360F-40FC-A269-EFF2A4A8DDF4}" sibTransId="{547DBC6F-FD59-47BF-A18B-19F40845C206}"/>
    <dgm:cxn modelId="{8F1D89CB-DCD8-4639-B1B2-523A77F2CBBF}" srcId="{574D56B7-21D2-4508-A27F-89B8BADF4152}" destId="{E579AE67-C006-43B8-B47C-CB58C8EBE4C2}" srcOrd="4" destOrd="0" parTransId="{F8044B4C-412C-4C75-8FE1-597CE0A8B972}" sibTransId="{B797DC94-2BBB-4D53-9647-A82A19372CB7}"/>
    <dgm:cxn modelId="{604C1BD3-C41D-4706-BC8A-3D967FAF8B58}" type="presOf" srcId="{F0B3459D-B47D-4EB5-8CF8-99051434D407}" destId="{992DB2CC-90C9-4881-8DC8-4658047D5D85}" srcOrd="0" destOrd="0" presId="urn:microsoft.com/office/officeart/2008/layout/LinedList"/>
    <dgm:cxn modelId="{BD6317D7-A7F0-47C1-ACD6-5F4431752E71}" type="presOf" srcId="{574D56B7-21D2-4508-A27F-89B8BADF4152}" destId="{73CA8EB7-2F45-4BC2-A3A4-4F7CBDA870F7}" srcOrd="0" destOrd="0" presId="urn:microsoft.com/office/officeart/2008/layout/LinedList"/>
    <dgm:cxn modelId="{17660AD8-830F-487D-8CE1-53A9E8C6E367}" srcId="{574D56B7-21D2-4508-A27F-89B8BADF4152}" destId="{F0B3459D-B47D-4EB5-8CF8-99051434D407}" srcOrd="6" destOrd="0" parTransId="{6631C50B-EBFC-46D2-9580-DE85558B8725}" sibTransId="{945CF28E-0D62-40E1-BCE2-F25859E0EE14}"/>
    <dgm:cxn modelId="{BE26C6EA-7F7B-490A-AAA6-C099453FCF4A}" type="presOf" srcId="{0429DAE0-6269-4524-A130-5E6DB4938DA9}" destId="{51B8FFA9-83D5-4F78-BE02-63220D25AF1B}" srcOrd="0" destOrd="0" presId="urn:microsoft.com/office/officeart/2008/layout/LinedList"/>
    <dgm:cxn modelId="{DB5CE2F0-629E-4800-98D6-5BCE38D03AE5}" srcId="{574D56B7-21D2-4508-A27F-89B8BADF4152}" destId="{BCF0CCCA-36F1-4F8B-ADAD-4CC73A0AA5AD}" srcOrd="3" destOrd="0" parTransId="{33946E81-03A4-488B-A4B4-833E2E8355BC}" sibTransId="{C9F2E20F-F1EB-4B91-BB34-F49852F4DA7B}"/>
    <dgm:cxn modelId="{811DA7F1-D1B1-4560-BD21-ABE2B85C3EAB}" type="presOf" srcId="{BCF0CCCA-36F1-4F8B-ADAD-4CC73A0AA5AD}" destId="{E8F21616-A98E-4EF5-973D-A044E04FA708}" srcOrd="0" destOrd="0" presId="urn:microsoft.com/office/officeart/2008/layout/LinedList"/>
    <dgm:cxn modelId="{73FDDA76-DD65-47C6-8416-7BE696258546}" type="presParOf" srcId="{73CA8EB7-2F45-4BC2-A3A4-4F7CBDA870F7}" destId="{D0E74387-1F56-439B-9DF8-95F64204780A}" srcOrd="0" destOrd="0" presId="urn:microsoft.com/office/officeart/2008/layout/LinedList"/>
    <dgm:cxn modelId="{463CE66F-7937-4B51-BFE7-4A5675F9C8CF}" type="presParOf" srcId="{73CA8EB7-2F45-4BC2-A3A4-4F7CBDA870F7}" destId="{584BA99C-32F0-4820-9E74-04E90FE18B85}" srcOrd="1" destOrd="0" presId="urn:microsoft.com/office/officeart/2008/layout/LinedList"/>
    <dgm:cxn modelId="{AE63FC85-5576-4568-ADFF-E45A6FA9D985}" type="presParOf" srcId="{584BA99C-32F0-4820-9E74-04E90FE18B85}" destId="{DE506774-8950-4BE6-8700-D7F67777FF61}" srcOrd="0" destOrd="0" presId="urn:microsoft.com/office/officeart/2008/layout/LinedList"/>
    <dgm:cxn modelId="{0EC211C1-E0EF-4507-90C8-53749FFBA93B}" type="presParOf" srcId="{584BA99C-32F0-4820-9E74-04E90FE18B85}" destId="{B85EF3B4-59D5-4B89-B505-167E750D1BE3}" srcOrd="1" destOrd="0" presId="urn:microsoft.com/office/officeart/2008/layout/LinedList"/>
    <dgm:cxn modelId="{8F7CC92C-1D82-4DA6-8D8F-20729B9FC3FB}" type="presParOf" srcId="{73CA8EB7-2F45-4BC2-A3A4-4F7CBDA870F7}" destId="{C5609190-EA77-42FA-B4F8-04EFD4EEC275}" srcOrd="2" destOrd="0" presId="urn:microsoft.com/office/officeart/2008/layout/LinedList"/>
    <dgm:cxn modelId="{DF0512CD-67AD-48EC-AB67-4BDBCE87DE21}" type="presParOf" srcId="{73CA8EB7-2F45-4BC2-A3A4-4F7CBDA870F7}" destId="{D9CBBA0A-0550-421A-B01D-536B3149B259}" srcOrd="3" destOrd="0" presId="urn:microsoft.com/office/officeart/2008/layout/LinedList"/>
    <dgm:cxn modelId="{41B3EEBD-DFB1-4A75-8FE1-D51CC7406572}" type="presParOf" srcId="{D9CBBA0A-0550-421A-B01D-536B3149B259}" destId="{9F217F82-A94F-40CD-BCC4-E3A5080FEFD3}" srcOrd="0" destOrd="0" presId="urn:microsoft.com/office/officeart/2008/layout/LinedList"/>
    <dgm:cxn modelId="{3F0B01D8-18B7-4B04-B7FA-3B836C5F6A32}" type="presParOf" srcId="{D9CBBA0A-0550-421A-B01D-536B3149B259}" destId="{FC3E93DA-47DD-405E-ADFF-F617AD1CB696}" srcOrd="1" destOrd="0" presId="urn:microsoft.com/office/officeart/2008/layout/LinedList"/>
    <dgm:cxn modelId="{4CC38246-49AA-429C-96A0-A323C50C24CE}" type="presParOf" srcId="{73CA8EB7-2F45-4BC2-A3A4-4F7CBDA870F7}" destId="{7917ACBD-6B5B-4910-83F6-92BD2D19BF84}" srcOrd="4" destOrd="0" presId="urn:microsoft.com/office/officeart/2008/layout/LinedList"/>
    <dgm:cxn modelId="{24C0C807-1BB5-461D-902D-FD33FAFFC6CA}" type="presParOf" srcId="{73CA8EB7-2F45-4BC2-A3A4-4F7CBDA870F7}" destId="{38CEE376-B335-491C-B472-A8F39F50BD8A}" srcOrd="5" destOrd="0" presId="urn:microsoft.com/office/officeart/2008/layout/LinedList"/>
    <dgm:cxn modelId="{5F4DE877-826B-48B6-AF06-B7D92FB116CA}" type="presParOf" srcId="{38CEE376-B335-491C-B472-A8F39F50BD8A}" destId="{52E45597-E56D-4E74-8829-A185DC7C1685}" srcOrd="0" destOrd="0" presId="urn:microsoft.com/office/officeart/2008/layout/LinedList"/>
    <dgm:cxn modelId="{2E0DAEDA-A870-4D9C-BC86-88F9BC73B567}" type="presParOf" srcId="{38CEE376-B335-491C-B472-A8F39F50BD8A}" destId="{C072E18B-28D3-446B-8EC1-E04000810CB3}" srcOrd="1" destOrd="0" presId="urn:microsoft.com/office/officeart/2008/layout/LinedList"/>
    <dgm:cxn modelId="{DB97FFA8-4836-4379-AB62-196F8978EDBA}" type="presParOf" srcId="{73CA8EB7-2F45-4BC2-A3A4-4F7CBDA870F7}" destId="{9070C05C-C82E-4922-8093-0A1970A38E20}" srcOrd="6" destOrd="0" presId="urn:microsoft.com/office/officeart/2008/layout/LinedList"/>
    <dgm:cxn modelId="{B6BE2238-7727-4F71-A4A0-76F987BAD943}" type="presParOf" srcId="{73CA8EB7-2F45-4BC2-A3A4-4F7CBDA870F7}" destId="{8E2A2DC0-9BD7-47E1-B1D5-CF0D7DB4351C}" srcOrd="7" destOrd="0" presId="urn:microsoft.com/office/officeart/2008/layout/LinedList"/>
    <dgm:cxn modelId="{F9464484-474F-4B75-9118-B840873075E0}" type="presParOf" srcId="{8E2A2DC0-9BD7-47E1-B1D5-CF0D7DB4351C}" destId="{E8F21616-A98E-4EF5-973D-A044E04FA708}" srcOrd="0" destOrd="0" presId="urn:microsoft.com/office/officeart/2008/layout/LinedList"/>
    <dgm:cxn modelId="{9D0D6D71-5CFD-46AC-9DFB-ED85B91E4AD0}" type="presParOf" srcId="{8E2A2DC0-9BD7-47E1-B1D5-CF0D7DB4351C}" destId="{9D8E21CE-D2AD-4FCA-B920-BEAC434F7C98}" srcOrd="1" destOrd="0" presId="urn:microsoft.com/office/officeart/2008/layout/LinedList"/>
    <dgm:cxn modelId="{7BFB1516-C84C-49DA-9CD9-35BC49D9862D}" type="presParOf" srcId="{73CA8EB7-2F45-4BC2-A3A4-4F7CBDA870F7}" destId="{E7F05971-16DF-4237-B72D-55C3C7212428}" srcOrd="8" destOrd="0" presId="urn:microsoft.com/office/officeart/2008/layout/LinedList"/>
    <dgm:cxn modelId="{6C560D42-29AF-4F39-8D4E-4F4FC68E90D3}" type="presParOf" srcId="{73CA8EB7-2F45-4BC2-A3A4-4F7CBDA870F7}" destId="{A83137F6-9231-439E-861E-37787EDF4036}" srcOrd="9" destOrd="0" presId="urn:microsoft.com/office/officeart/2008/layout/LinedList"/>
    <dgm:cxn modelId="{D7FD985B-DB28-42AE-AF9B-9786115EE5C7}" type="presParOf" srcId="{A83137F6-9231-439E-861E-37787EDF4036}" destId="{F23EBBF5-5279-415F-9AB9-C81AB8240274}" srcOrd="0" destOrd="0" presId="urn:microsoft.com/office/officeart/2008/layout/LinedList"/>
    <dgm:cxn modelId="{70DA9DE7-0613-471F-B2F0-D773C22069B7}" type="presParOf" srcId="{A83137F6-9231-439E-861E-37787EDF4036}" destId="{7A099755-E519-47C1-BF3D-3FAB02E4C717}" srcOrd="1" destOrd="0" presId="urn:microsoft.com/office/officeart/2008/layout/LinedList"/>
    <dgm:cxn modelId="{45456969-0591-46E1-BCDE-8B809BF2988B}" type="presParOf" srcId="{73CA8EB7-2F45-4BC2-A3A4-4F7CBDA870F7}" destId="{0D739358-0B95-47EF-BDF1-68E471481E90}" srcOrd="10" destOrd="0" presId="urn:microsoft.com/office/officeart/2008/layout/LinedList"/>
    <dgm:cxn modelId="{3637FD04-447E-45AF-A1AF-C0F4A48487D2}" type="presParOf" srcId="{73CA8EB7-2F45-4BC2-A3A4-4F7CBDA870F7}" destId="{204D74B8-DB88-42D8-AD4C-4ED478B02515}" srcOrd="11" destOrd="0" presId="urn:microsoft.com/office/officeart/2008/layout/LinedList"/>
    <dgm:cxn modelId="{C63335F5-A1A4-46C7-B38F-15FBE0950C9F}" type="presParOf" srcId="{204D74B8-DB88-42D8-AD4C-4ED478B02515}" destId="{51B8FFA9-83D5-4F78-BE02-63220D25AF1B}" srcOrd="0" destOrd="0" presId="urn:microsoft.com/office/officeart/2008/layout/LinedList"/>
    <dgm:cxn modelId="{EE8F7495-FAD6-4421-9698-7B22A4B49C24}" type="presParOf" srcId="{204D74B8-DB88-42D8-AD4C-4ED478B02515}" destId="{3082DCC8-3F3D-47AE-B0B7-CA37ACF563E2}" srcOrd="1" destOrd="0" presId="urn:microsoft.com/office/officeart/2008/layout/LinedList"/>
    <dgm:cxn modelId="{600E3D4C-1F2A-45C5-A50F-1CE21B1F9FDD}" type="presParOf" srcId="{73CA8EB7-2F45-4BC2-A3A4-4F7CBDA870F7}" destId="{021627FC-6850-4410-9025-9AA5684B072E}" srcOrd="12" destOrd="0" presId="urn:microsoft.com/office/officeart/2008/layout/LinedList"/>
    <dgm:cxn modelId="{97E33B18-DFD2-47AA-B1F7-24F1F7790D29}" type="presParOf" srcId="{73CA8EB7-2F45-4BC2-A3A4-4F7CBDA870F7}" destId="{F5CD98BF-E041-4898-BEAC-D95A3A1A3083}" srcOrd="13" destOrd="0" presId="urn:microsoft.com/office/officeart/2008/layout/LinedList"/>
    <dgm:cxn modelId="{225E84C8-EE93-4681-9224-5F2D38564829}" type="presParOf" srcId="{F5CD98BF-E041-4898-BEAC-D95A3A1A3083}" destId="{992DB2CC-90C9-4881-8DC8-4658047D5D85}" srcOrd="0" destOrd="0" presId="urn:microsoft.com/office/officeart/2008/layout/LinedList"/>
    <dgm:cxn modelId="{E4341EDC-BC28-4F0E-9540-E7477F151355}" type="presParOf" srcId="{F5CD98BF-E041-4898-BEAC-D95A3A1A3083}" destId="{5AAFEF87-EDE0-403A-A05B-B33BCA41C39B}" srcOrd="1" destOrd="0" presId="urn:microsoft.com/office/officeart/2008/layout/LinedList"/>
    <dgm:cxn modelId="{E0DDFA06-2B6C-4F4D-8A77-A230A7614C7C}" type="presParOf" srcId="{73CA8EB7-2F45-4BC2-A3A4-4F7CBDA870F7}" destId="{C9A46623-C185-4A65-8DA3-5C5A606447C3}" srcOrd="14" destOrd="0" presId="urn:microsoft.com/office/officeart/2008/layout/LinedList"/>
    <dgm:cxn modelId="{A344EAEB-A07C-48BD-99EA-83DB7027B637}" type="presParOf" srcId="{73CA8EB7-2F45-4BC2-A3A4-4F7CBDA870F7}" destId="{630E8914-2FCB-438E-9C88-39173FEFCA40}" srcOrd="15" destOrd="0" presId="urn:microsoft.com/office/officeart/2008/layout/LinedList"/>
    <dgm:cxn modelId="{6BF877F9-AC8D-4D64-9636-D50516B53064}" type="presParOf" srcId="{630E8914-2FCB-438E-9C88-39173FEFCA40}" destId="{C5921C0B-60DC-4527-BCF7-C234A2ED55F6}" srcOrd="0" destOrd="0" presId="urn:microsoft.com/office/officeart/2008/layout/LinedList"/>
    <dgm:cxn modelId="{81462E62-B26F-4F7D-B9A6-D7D859E8D837}" type="presParOf" srcId="{630E8914-2FCB-438E-9C88-39173FEFCA40}" destId="{4DAD10E6-E1C4-4AAB-B7A1-647BEE1422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E74387-1F56-439B-9DF8-95F64204780A}">
      <dsp:nvSpPr>
        <dsp:cNvPr id="0" name=""/>
        <dsp:cNvSpPr/>
      </dsp:nvSpPr>
      <dsp:spPr>
        <a:xfrm>
          <a:off x="0" y="386172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bg1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506774-8950-4BE6-8700-D7F67777FF61}">
      <dsp:nvSpPr>
        <dsp:cNvPr id="0" name=""/>
        <dsp:cNvSpPr/>
      </dsp:nvSpPr>
      <dsp:spPr>
        <a:xfrm>
          <a:off x="0" y="0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Attack Point:</a:t>
          </a:r>
          <a:endParaRPr lang="en-US" sz="1400" kern="1200"/>
        </a:p>
      </dsp:txBody>
      <dsp:txXfrm>
        <a:off x="0" y="0"/>
        <a:ext cx="7380001" cy="555077"/>
      </dsp:txXfrm>
    </dsp:sp>
    <dsp:sp modelId="{C5609190-EA77-42FA-B4F8-04EFD4EEC275}">
      <dsp:nvSpPr>
        <dsp:cNvPr id="0" name=""/>
        <dsp:cNvSpPr/>
      </dsp:nvSpPr>
      <dsp:spPr>
        <a:xfrm>
          <a:off x="0" y="343770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-2823674"/>
                <a:satOff val="129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2823674"/>
                <a:satOff val="129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823674"/>
              <a:satOff val="129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217F82-A94F-40CD-BCC4-E3A5080FEFD3}">
      <dsp:nvSpPr>
        <dsp:cNvPr id="0" name=""/>
        <dsp:cNvSpPr/>
      </dsp:nvSpPr>
      <dsp:spPr>
        <a:xfrm>
          <a:off x="0" y="555077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All the input fields in the web application and the Malicious urls.</a:t>
          </a:r>
          <a:endParaRPr lang="en-US" sz="1400" kern="1200"/>
        </a:p>
      </dsp:txBody>
      <dsp:txXfrm>
        <a:off x="0" y="555077"/>
        <a:ext cx="7380001" cy="555077"/>
      </dsp:txXfrm>
    </dsp:sp>
    <dsp:sp modelId="{7917ACBD-6B5B-4910-83F6-92BD2D19BF84}">
      <dsp:nvSpPr>
        <dsp:cNvPr id="0" name=""/>
        <dsp:cNvSpPr/>
      </dsp:nvSpPr>
      <dsp:spPr>
        <a:xfrm>
          <a:off x="0" y="1110154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-5647349"/>
                <a:satOff val="257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5647349"/>
                <a:satOff val="257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5647349"/>
              <a:satOff val="257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E45597-E56D-4E74-8829-A185DC7C1685}">
      <dsp:nvSpPr>
        <dsp:cNvPr id="0" name=""/>
        <dsp:cNvSpPr/>
      </dsp:nvSpPr>
      <dsp:spPr>
        <a:xfrm>
          <a:off x="0" y="1110154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Severity Level: </a:t>
          </a:r>
          <a:endParaRPr lang="en-US" sz="1400" kern="1200"/>
        </a:p>
      </dsp:txBody>
      <dsp:txXfrm>
        <a:off x="0" y="1110154"/>
        <a:ext cx="7380001" cy="555077"/>
      </dsp:txXfrm>
    </dsp:sp>
    <dsp:sp modelId="{9070C05C-C82E-4922-8093-0A1970A38E20}">
      <dsp:nvSpPr>
        <dsp:cNvPr id="0" name=""/>
        <dsp:cNvSpPr/>
      </dsp:nvSpPr>
      <dsp:spPr>
        <a:xfrm>
          <a:off x="0" y="1513357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-8471023"/>
                <a:satOff val="386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8471023"/>
                <a:satOff val="386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8471023"/>
              <a:satOff val="386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F21616-A98E-4EF5-973D-A044E04FA708}">
      <dsp:nvSpPr>
        <dsp:cNvPr id="0" name=""/>
        <dsp:cNvSpPr/>
      </dsp:nvSpPr>
      <dsp:spPr>
        <a:xfrm>
          <a:off x="0" y="1652027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Critical</a:t>
          </a:r>
          <a:endParaRPr lang="en-US" sz="1400" kern="1200" dirty="0"/>
        </a:p>
      </dsp:txBody>
      <dsp:txXfrm>
        <a:off x="0" y="1652027"/>
        <a:ext cx="7380001" cy="555077"/>
      </dsp:txXfrm>
    </dsp:sp>
    <dsp:sp modelId="{E7F05971-16DF-4237-B72D-55C3C7212428}">
      <dsp:nvSpPr>
        <dsp:cNvPr id="0" name=""/>
        <dsp:cNvSpPr/>
      </dsp:nvSpPr>
      <dsp:spPr>
        <a:xfrm>
          <a:off x="0" y="2220309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-11294698"/>
                <a:satOff val="515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1294698"/>
                <a:satOff val="515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1294698"/>
              <a:satOff val="515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3EBBF5-5279-415F-9AB9-C81AB8240274}">
      <dsp:nvSpPr>
        <dsp:cNvPr id="0" name=""/>
        <dsp:cNvSpPr/>
      </dsp:nvSpPr>
      <dsp:spPr>
        <a:xfrm>
          <a:off x="0" y="2220309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Attack Techniques:</a:t>
          </a:r>
          <a:endParaRPr lang="en-US" sz="1400" kern="1200"/>
        </a:p>
      </dsp:txBody>
      <dsp:txXfrm>
        <a:off x="0" y="2220309"/>
        <a:ext cx="7380001" cy="555077"/>
      </dsp:txXfrm>
    </dsp:sp>
    <dsp:sp modelId="{0D739358-0B95-47EF-BDF1-68E471481E90}">
      <dsp:nvSpPr>
        <dsp:cNvPr id="0" name=""/>
        <dsp:cNvSpPr/>
      </dsp:nvSpPr>
      <dsp:spPr>
        <a:xfrm>
          <a:off x="0" y="2533523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-14118373"/>
                <a:satOff val="644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4118373"/>
                <a:satOff val="644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4118373"/>
              <a:satOff val="644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B8FFA9-83D5-4F78-BE02-63220D25AF1B}">
      <dsp:nvSpPr>
        <dsp:cNvPr id="0" name=""/>
        <dsp:cNvSpPr/>
      </dsp:nvSpPr>
      <dsp:spPr>
        <a:xfrm>
          <a:off x="0" y="2775387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Inject malicious java script code to steal cookie or create a malicious link and send it to attacker.</a:t>
          </a:r>
          <a:endParaRPr lang="en-US" sz="1400" kern="1200" dirty="0"/>
        </a:p>
      </dsp:txBody>
      <dsp:txXfrm>
        <a:off x="0" y="2775387"/>
        <a:ext cx="7380001" cy="555077"/>
      </dsp:txXfrm>
    </dsp:sp>
    <dsp:sp modelId="{021627FC-6850-4410-9025-9AA5684B072E}">
      <dsp:nvSpPr>
        <dsp:cNvPr id="0" name=""/>
        <dsp:cNvSpPr/>
      </dsp:nvSpPr>
      <dsp:spPr>
        <a:xfrm>
          <a:off x="0" y="3330465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-16942046"/>
                <a:satOff val="772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6942046"/>
                <a:satOff val="772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6942046"/>
              <a:satOff val="772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2DB2CC-90C9-4881-8DC8-4658047D5D85}">
      <dsp:nvSpPr>
        <dsp:cNvPr id="0" name=""/>
        <dsp:cNvSpPr/>
      </dsp:nvSpPr>
      <dsp:spPr>
        <a:xfrm>
          <a:off x="0" y="3330464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Eg: &lt;script&gt;alert(document.cookie)&lt;/script&gt;</a:t>
          </a:r>
          <a:endParaRPr lang="en-US" sz="1400" kern="1200"/>
        </a:p>
      </dsp:txBody>
      <dsp:txXfrm>
        <a:off x="0" y="3330464"/>
        <a:ext cx="7380001" cy="555077"/>
      </dsp:txXfrm>
    </dsp:sp>
    <dsp:sp modelId="{C9A46623-C185-4A65-8DA3-5C5A606447C3}">
      <dsp:nvSpPr>
        <dsp:cNvPr id="0" name=""/>
        <dsp:cNvSpPr/>
      </dsp:nvSpPr>
      <dsp:spPr>
        <a:xfrm>
          <a:off x="0" y="3885542"/>
          <a:ext cx="7380001" cy="0"/>
        </a:xfrm>
        <a:prstGeom prst="line">
          <a:avLst/>
        </a:prstGeom>
        <a:gradFill rotWithShape="0">
          <a:gsLst>
            <a:gs pos="0">
              <a:schemeClr val="accent2">
                <a:hueOff val="-19765721"/>
                <a:satOff val="9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9765721"/>
                <a:satOff val="9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921C0B-60DC-4527-BCF7-C234A2ED55F6}">
      <dsp:nvSpPr>
        <dsp:cNvPr id="0" name=""/>
        <dsp:cNvSpPr/>
      </dsp:nvSpPr>
      <dsp:spPr>
        <a:xfrm>
          <a:off x="0" y="3885542"/>
          <a:ext cx="7380001" cy="555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Main Remediation: </a:t>
          </a:r>
          <a:r>
            <a:rPr lang="en-IN" sz="1400" kern="1200" dirty="0"/>
            <a:t>Input validation or sanitization and security headers </a:t>
          </a:r>
          <a:endParaRPr lang="en-US" sz="1400" kern="1200" dirty="0"/>
        </a:p>
      </dsp:txBody>
      <dsp:txXfrm>
        <a:off x="0" y="3885542"/>
        <a:ext cx="7380001" cy="555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3T22:36:13.561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3T22:35:30.259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3T22:35:32.427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8 0,'0'4,"0"7,0 6,0 3,-3 4,-2-1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3T22:35:32.945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3T22:35:36.331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60 174,'0'-22,"-1"1,-4-23,3 36,1-1,-2 1,1 0,-1 1,0-1,0 0,-1 1,-5-8,8 14,1 1,0-1,-1 1,1-1,0 1,-1 0,1-1,0 1,-1-1,1 1,-1 0,1-1,-1 1,1 0,-1-1,1 1,-1 0,1 0,-1-1,1 1,-1 0,-1 0,-4 9,2 22,3-29,1 17,0-1,1 0,0 0,6 22,-5-31,0-1,0 1,1-1,0 0,1 0,0 0,0 0,1-1,-1 1,11 10,-11-15,-1 0,1 0,0-1,0 1,1-1,-1 0,0 0,1-1,-1 1,1-1,0 0,-1 0,1 0,7-1,-2 1,-1-2,0 1,0-1,1-1,-1 1,12-5,-9 0,-12 0,-1 6,-1-1,1 0,0 0,-1 1,1-1,0 1,-1-1,1 1,-1-1,1 1,-3 0,-14-2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3T22:35:37.539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3T22:35:37.874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0 1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3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920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587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4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95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97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36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05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35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48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149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661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720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949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440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205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77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9AD17DF-7C15-4C7B-8C46-87FDFD7266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A9DEC1E-D64E-4BC9-9AF8-38B3F915C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1.xml"/><Relationship Id="rId7" Type="http://schemas.openxmlformats.org/officeDocument/2006/relationships/customXml" Target="../ink/ink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7.png"/><Relationship Id="rId7" Type="http://schemas.openxmlformats.org/officeDocument/2006/relationships/image" Target="../media/image270.png"/><Relationship Id="rId12" Type="http://schemas.openxmlformats.org/officeDocument/2006/relationships/customXml" Target="../ink/ink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6.xml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0949ACBC-9269-487D-9311-8979003E2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4481" y="3522921"/>
            <a:ext cx="7809652" cy="2386071"/>
          </a:xfrm>
        </p:spPr>
        <p:txBody>
          <a:bodyPr wrap="square" anchor="t">
            <a:normAutofit/>
          </a:bodyPr>
          <a:lstStyle/>
          <a:p>
            <a:pPr algn="ctr"/>
            <a:r>
              <a:rPr lang="en-GB" b="1" u="sng" dirty="0">
                <a:solidFill>
                  <a:schemeClr val="bg1">
                    <a:alpha val="60000"/>
                  </a:schemeClr>
                </a:solidFill>
              </a:rPr>
              <a:t>WHO AM I 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>
                    <a:alpha val="60000"/>
                  </a:schemeClr>
                </a:solidFill>
              </a:rPr>
              <a:t>SECURITY TEST ANALYST/PEN TESTER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>
                    <a:alpha val="60000"/>
                  </a:schemeClr>
                </a:solidFill>
              </a:rPr>
              <a:t>Working for OS GB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>
                    <a:alpha val="60000"/>
                  </a:schemeClr>
                </a:solidFill>
              </a:rPr>
              <a:t>Survey and produce maps for various govt. organisations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1">
                    <a:alpha val="60000"/>
                  </a:schemeClr>
                </a:solidFill>
              </a:rPr>
              <a:t>Produce maps nationally and international  (e.g.  Ghana) </a:t>
            </a:r>
          </a:p>
          <a:p>
            <a:pPr marL="285750" indent="-285750" algn="l">
              <a:buFontTx/>
              <a:buChar char="-"/>
            </a:pPr>
            <a:endParaRPr lang="en-GB" sz="1000" b="1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10" name="Picture 9" descr="A picture containing person, standing, mirror, suit&#10;&#10;Description automatically generated">
            <a:extLst>
              <a:ext uri="{FF2B5EF4-FFF2-40B4-BE49-F238E27FC236}">
                <a16:creationId xmlns:a16="http://schemas.microsoft.com/office/drawing/2014/main" id="{C5214A32-206E-4067-B08E-AD73BB32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592276"/>
            <a:ext cx="1524000" cy="169033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Picture 7" descr="A picture containing computer, room&#10;&#10;Description automatically generated">
            <a:extLst>
              <a:ext uri="{FF2B5EF4-FFF2-40B4-BE49-F238E27FC236}">
                <a16:creationId xmlns:a16="http://schemas.microsoft.com/office/drawing/2014/main" id="{4C19C333-0707-4831-8BB5-6900E3327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671" y="792954"/>
            <a:ext cx="3464291" cy="2318841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5ED7E9-771E-4120-B5B9-6760A454A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137" y="792954"/>
            <a:ext cx="3464291" cy="23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63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47E3-07CD-4524-81D9-BE6E9A68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753" y="901918"/>
            <a:ext cx="5734493" cy="609600"/>
          </a:xfrm>
        </p:spPr>
        <p:txBody>
          <a:bodyPr>
            <a:normAutofit/>
          </a:bodyPr>
          <a:lstStyle/>
          <a:p>
            <a:r>
              <a:rPr lang="en-GB" sz="2800" dirty="0"/>
              <a:t>Other side of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7594-8DFD-4C98-915F-6D12A809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680970"/>
            <a:ext cx="10353762" cy="3523647"/>
          </a:xfrm>
        </p:spPr>
        <p:txBody>
          <a:bodyPr/>
          <a:lstStyle/>
          <a:p>
            <a:r>
              <a:rPr lang="en-GB" dirty="0"/>
              <a:t>Coding enthusiast        </a:t>
            </a:r>
          </a:p>
          <a:p>
            <a:endParaRPr lang="en-GB" dirty="0"/>
          </a:p>
          <a:p>
            <a:r>
              <a:rPr lang="en-GB" dirty="0"/>
              <a:t>Cricket and volleyball player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Photography (portraiture, macro)</a:t>
            </a:r>
          </a:p>
          <a:p>
            <a:endParaRPr lang="en-GB" dirty="0"/>
          </a:p>
          <a:p>
            <a:r>
              <a:rPr lang="en-GB" dirty="0"/>
              <a:t>Licensed pharmacist                                                </a:t>
            </a:r>
          </a:p>
          <a:p>
            <a:endParaRPr lang="en-GB" dirty="0"/>
          </a:p>
        </p:txBody>
      </p:sp>
      <p:pic>
        <p:nvPicPr>
          <p:cNvPr id="5" name="Picture 4" descr="A picture containing person, standing, mirror, suit&#10;&#10;Description automatically generated">
            <a:extLst>
              <a:ext uri="{FF2B5EF4-FFF2-40B4-BE49-F238E27FC236}">
                <a16:creationId xmlns:a16="http://schemas.microsoft.com/office/drawing/2014/main" id="{E6E1FE76-7B56-477A-9D4F-0EBD4E554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82" y="400339"/>
            <a:ext cx="1602530" cy="1612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A48B76-F76E-474B-8FEE-543793714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068" y="2476301"/>
            <a:ext cx="2225749" cy="1053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E9FFBE-75CF-47A3-B0FC-B506A11A9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631" y="4783288"/>
            <a:ext cx="1572621" cy="156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7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40A138-DF04-48BD-9851-363D65C1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125" y="4040373"/>
            <a:ext cx="1086293" cy="7184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29EAF3-9812-4657-A311-28CF5AE7A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497" y="2600103"/>
            <a:ext cx="1386774" cy="7184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3D174B-0C76-4D54-B85A-337B3377A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507" y="3749749"/>
            <a:ext cx="676828" cy="8779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0DD6AF-D50A-4AE4-8878-D81E0CBD9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821" y="4488156"/>
            <a:ext cx="808398" cy="791462"/>
          </a:xfrm>
          <a:prstGeom prst="rect">
            <a:avLst/>
          </a:prstGeom>
        </p:spPr>
      </p:pic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D5D9602F-6746-44A9-BBA5-79FB1AFF394D}"/>
              </a:ext>
            </a:extLst>
          </p:cNvPr>
          <p:cNvCxnSpPr>
            <a:cxnSpLocks/>
          </p:cNvCxnSpPr>
          <p:nvPr/>
        </p:nvCxnSpPr>
        <p:spPr>
          <a:xfrm flipV="1">
            <a:off x="2112335" y="3108251"/>
            <a:ext cx="884162" cy="583217"/>
          </a:xfrm>
          <a:prstGeom prst="curved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55523D69-C7D9-4DD5-BE42-FCD52DC21B0C}"/>
              </a:ext>
            </a:extLst>
          </p:cNvPr>
          <p:cNvCxnSpPr/>
          <p:nvPr/>
        </p:nvCxnSpPr>
        <p:spPr>
          <a:xfrm flipV="1">
            <a:off x="4639733" y="2323253"/>
            <a:ext cx="697654" cy="636086"/>
          </a:xfrm>
          <a:prstGeom prst="curved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ED3665BC-906A-4DB0-A154-26BFAE1EFA4C}"/>
              </a:ext>
            </a:extLst>
          </p:cNvPr>
          <p:cNvCxnSpPr/>
          <p:nvPr/>
        </p:nvCxnSpPr>
        <p:spPr>
          <a:xfrm flipV="1">
            <a:off x="6739467" y="1151467"/>
            <a:ext cx="1578186" cy="1124373"/>
          </a:xfrm>
          <a:prstGeom prst="curved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76957461-987C-4F56-8691-A5D0A9D43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4798" y="4332982"/>
            <a:ext cx="484779" cy="598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CB2C72-ADFD-4C84-B108-59F2599526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382F8F-80C3-467C-A289-0E67EE848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64" y="2413325"/>
            <a:ext cx="712539" cy="9242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C32FB41-BDA0-40C6-8B9C-2940B19B6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224" y="5179274"/>
            <a:ext cx="808398" cy="7914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10C0E25-0D7D-4DD2-AB85-C897D204F1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1572" y="5057648"/>
            <a:ext cx="1698521" cy="9130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62010E9-0755-43DD-9162-1F330674E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562" y="1523204"/>
            <a:ext cx="1386774" cy="7184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9542713-A2E8-4B1C-8E3D-95E1926D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485" y="3400665"/>
            <a:ext cx="1086293" cy="71847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A63EDBC-B4AC-4F3A-B213-40160B985F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9071" y="3842373"/>
            <a:ext cx="1181642" cy="69271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0885F16-8E36-4CFE-BC5A-31B4660929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5646" y="3988747"/>
            <a:ext cx="382015" cy="46515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D76E901-3DF5-41DF-A577-B351110EC9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7453" y="5306918"/>
            <a:ext cx="878400" cy="43823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B2C6BCA-AA83-43B6-9E04-6056CE924E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0086" y="2734289"/>
            <a:ext cx="954341" cy="33948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9BC3AEA-0310-4A26-BB24-FB16D57C76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4170" y="3073771"/>
            <a:ext cx="468960" cy="61769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B4E6A68-1FCD-4D48-AB9F-53B3BCBF23F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37090" y="386219"/>
            <a:ext cx="1181643" cy="42279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54F4982C-23BD-47C5-8DA1-E616928BA7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80913" y="5723329"/>
            <a:ext cx="808398" cy="3931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7328A7-A8F3-413D-93EC-174C156386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64466" y="62798"/>
            <a:ext cx="22283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EF77-D7F4-4B3B-9F39-0FE179FA2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6369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lifornian FB" panose="0207040306080B030204" pitchFamily="18" charset="0"/>
              </a:rPr>
              <a:t>Attack on IT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282AE-C757-4329-A14D-D517A5CF1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0"/>
            <a:ext cx="10058400" cy="3760891"/>
          </a:xfrm>
        </p:spPr>
        <p:txBody>
          <a:bodyPr/>
          <a:lstStyle/>
          <a:p>
            <a:r>
              <a:rPr lang="en-IN" dirty="0"/>
              <a:t>XSS</a:t>
            </a:r>
          </a:p>
          <a:p>
            <a:r>
              <a:rPr lang="en-IN" dirty="0"/>
              <a:t>Cross site scripting (XSS) is a type of computer security vulnerability typically found in web applications, which allows attackers to inject java script code to steal cookies that lead to session hijacking.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 descr="XSS Payload List - Cross Site Scripting Vulnerability Payload List">
            <a:extLst>
              <a:ext uri="{FF2B5EF4-FFF2-40B4-BE49-F238E27FC236}">
                <a16:creationId xmlns:a16="http://schemas.microsoft.com/office/drawing/2014/main" id="{5637B58E-1FD4-474A-BB16-B25C776C6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453" y="3659294"/>
            <a:ext cx="3815094" cy="208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65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BACD-D72F-456C-9EC4-05EFE173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393" y="915662"/>
            <a:ext cx="3272093" cy="474132"/>
          </a:xfrm>
        </p:spPr>
        <p:txBody>
          <a:bodyPr anchor="t"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Threat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715E6E-EFE1-42A5-B914-763300060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354749"/>
              </p:ext>
            </p:extLst>
          </p:nvPr>
        </p:nvGraphicFramePr>
        <p:xfrm>
          <a:off x="3174124" y="2417379"/>
          <a:ext cx="7380001" cy="4440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E3DE38-B0D0-4478-BFF3-459C4F794B38}"/>
                  </a:ext>
                </a:extLst>
              </p14:cNvPr>
              <p14:cNvContentPartPr/>
              <p14:nvPr/>
            </p14:nvContentPartPr>
            <p14:xfrm>
              <a:off x="6556616" y="434476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E3DE38-B0D0-4478-BFF3-459C4F794B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38616" y="4326762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810464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C55-32FA-4561-863A-16202F5A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313" y="838200"/>
            <a:ext cx="1772543" cy="706964"/>
          </a:xfrm>
        </p:spPr>
        <p:txBody>
          <a:bodyPr/>
          <a:lstStyle/>
          <a:p>
            <a:r>
              <a:rPr lang="en-IN" sz="2800" dirty="0"/>
              <a:t>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3D8C6-A457-4904-AC86-AD6E626BC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XSS Vulnerability rated as critical.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Potential for damage is high. (spoofed identities etc.,)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Cookie can be stolen any time but is only useful until expired.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Anybody can run a packet sniffer; XSS Attacks require Moderate skill.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All users could be effected in stored XSS but in reflected XSS all users won’t click          malicious links.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Easy to find/Attack: just check with &lt;script&gt;alert(1)&lt;/script&gt;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25865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28F3F-266D-4844-88C8-64B5F284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Attack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3D3B83-8054-41FB-89AB-30E72D138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027" y="2282613"/>
            <a:ext cx="6281825" cy="4246880"/>
          </a:xfrm>
        </p:spPr>
      </p:pic>
    </p:spTree>
    <p:extLst>
      <p:ext uri="{BB962C8B-B14F-4D97-AF65-F5344CB8AC3E}">
        <p14:creationId xmlns:p14="http://schemas.microsoft.com/office/powerpoint/2010/main" val="86292734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A285-B5DF-40EA-B6E3-97621A1C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Threat 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7045B7-14E9-4777-A1ED-EA4F6DCEC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3812" y="2603500"/>
            <a:ext cx="8388689" cy="34163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4E451E-3A57-463C-8A30-08968816B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06" y="2448909"/>
            <a:ext cx="11771587" cy="418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7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5B78C-F3BA-4F1A-B70A-5AD160B8F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4610" y="1383191"/>
            <a:ext cx="3161016" cy="1326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STRIDE Methodology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0E57654-C106-4244-BE31-00A400831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63" y="1407452"/>
            <a:ext cx="6443180" cy="404309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AF5D2B2-C98F-4254-9EDE-AC1CBACE83D3}"/>
              </a:ext>
            </a:extLst>
          </p:cNvPr>
          <p:cNvGrpSpPr/>
          <p:nvPr/>
        </p:nvGrpSpPr>
        <p:grpSpPr>
          <a:xfrm>
            <a:off x="5464376" y="4211562"/>
            <a:ext cx="78840" cy="101880"/>
            <a:chOff x="5464376" y="4211562"/>
            <a:chExt cx="78840" cy="10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6024434-E290-48D5-9C10-03B2952475FA}"/>
                    </a:ext>
                  </a:extLst>
                </p14:cNvPr>
                <p14:cNvContentPartPr/>
                <p14:nvPr/>
              </p14:nvContentPartPr>
              <p14:xfrm>
                <a:off x="5485976" y="4245402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6024434-E290-48D5-9C10-03B2952475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67976" y="42277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C2CCC7-6B64-42B8-B3D4-8FAE35C220CE}"/>
                    </a:ext>
                  </a:extLst>
                </p14:cNvPr>
                <p14:cNvContentPartPr/>
                <p14:nvPr/>
              </p14:nvContentPartPr>
              <p14:xfrm>
                <a:off x="5490296" y="4224162"/>
                <a:ext cx="3240" cy="36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C2CCC7-6B64-42B8-B3D4-8FAE35C220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72296" y="4206162"/>
                  <a:ext cx="38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3409F3E-4378-4AE9-AFC9-34F225A54F3A}"/>
                    </a:ext>
                  </a:extLst>
                </p14:cNvPr>
                <p14:cNvContentPartPr/>
                <p14:nvPr/>
              </p14:nvContentPartPr>
              <p14:xfrm>
                <a:off x="5485976" y="4273842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3409F3E-4378-4AE9-AFC9-34F225A54F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67976" y="42562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BAB016F-B1F8-4D95-937E-D2825404A56F}"/>
                    </a:ext>
                  </a:extLst>
                </p14:cNvPr>
                <p14:cNvContentPartPr/>
                <p14:nvPr/>
              </p14:nvContentPartPr>
              <p14:xfrm>
                <a:off x="5464376" y="4211562"/>
                <a:ext cx="78840" cy="10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BAB016F-B1F8-4D95-937E-D2825404A56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46736" y="4193922"/>
                  <a:ext cx="114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ED1068C-64BB-4B3D-94F4-36B35526CB0C}"/>
                    </a:ext>
                  </a:extLst>
                </p14:cNvPr>
                <p14:cNvContentPartPr/>
                <p14:nvPr/>
              </p14:nvContentPartPr>
              <p14:xfrm>
                <a:off x="5493176" y="4273842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ED1068C-64BB-4B3D-94F4-36B35526CB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176" y="42562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1E4886-0137-495D-97B1-97600B65ADEE}"/>
                    </a:ext>
                  </a:extLst>
                </p14:cNvPr>
                <p14:cNvContentPartPr/>
                <p14:nvPr/>
              </p14:nvContentPartPr>
              <p14:xfrm>
                <a:off x="5493176" y="4273842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1E4886-0137-495D-97B1-97600B65AD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176" y="42562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55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B78C-F3BA-4F1A-B70A-5AD160B8F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86810"/>
            <a:ext cx="8761413" cy="94984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STRIDE Methodology (Few Vulnerabilities and Mitigations)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BABC60-6B22-487D-916E-0483BF909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6" y="2773643"/>
            <a:ext cx="11454809" cy="211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1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574A68-5F8F-492F-8A8D-7EE0F7D26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1" y="1169773"/>
            <a:ext cx="8825658" cy="28701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Questions?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866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257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Californian FB</vt:lpstr>
      <vt:lpstr>Century Gothic</vt:lpstr>
      <vt:lpstr>Wingdings</vt:lpstr>
      <vt:lpstr>Wingdings 3</vt:lpstr>
      <vt:lpstr>Ion Boardroom</vt:lpstr>
      <vt:lpstr>PowerPoint Presentation</vt:lpstr>
      <vt:lpstr>Other side of me</vt:lpstr>
      <vt:lpstr>PowerPoint Presentation</vt:lpstr>
      <vt:lpstr>Attack on IT System</vt:lpstr>
      <vt:lpstr>Threat Analysis</vt:lpstr>
      <vt:lpstr>Risk</vt:lpstr>
      <vt:lpstr>Attack Tree</vt:lpstr>
      <vt:lpstr>Threat Modelling</vt:lpstr>
      <vt:lpstr>STRIDE Methodology</vt:lpstr>
      <vt:lpstr>STRIDE Methodology (Few Vulnerabilities and Mitigations)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Sudhir Goli</dc:creator>
  <cp:lastModifiedBy>Sudhir Goli</cp:lastModifiedBy>
  <cp:revision>8</cp:revision>
  <dcterms:created xsi:type="dcterms:W3CDTF">2020-09-23T22:44:11Z</dcterms:created>
  <dcterms:modified xsi:type="dcterms:W3CDTF">2020-09-24T09:47:18Z</dcterms:modified>
</cp:coreProperties>
</file>